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108960" cy="3108960"/>
          </a:xfrm>
          <a:prstGeom prst="ellipse">
            <a:avLst/>
          </a:prstGeom>
          <a:solidFill>
            <a:srgbClr val="5C851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AUSTRALIA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Presentation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Job Simulation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25400">
            <a:solidFill>
              <a:srgbClr val="86BC2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43484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kumar
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
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CS-2341531
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Australia – Data Analytics Job Simulation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Job Simulation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8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Australia – Forensic &amp; Data Analytics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self-paced, risk-free way to experience real work at Deloitte — built around example tasks from the forensic and data analytics team, with no live sessions and no formal grading.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48640" y="276148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C8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37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26517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651760" y="276148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C8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3337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6517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754880" y="276148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C8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337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or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06640" y="1463040"/>
            <a:ext cx="4206240" cy="4709160"/>
          </a:xfrm>
          <a:prstGeom prst="roundRect">
            <a:avLst>
              <a:gd name="adj" fmla="val 2609"/>
            </a:avLst>
          </a:prstGeom>
          <a:solidFill>
            <a:srgbClr val="1B1B1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0" y="16916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Earn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0" y="2286000"/>
            <a:ext cx="502920" cy="502920"/>
          </a:xfrm>
          <a:prstGeom prst="ellipse">
            <a:avLst/>
          </a:prstGeom>
          <a:solidFill>
            <a:srgbClr val="5C8515"/>
          </a:solidFill>
          <a:ln/>
        </p:spPr>
      </p:sp>
      <p:pic>
        <p:nvPicPr>
          <p:cNvPr id="19" name="Image 0" descr="/home/claude/report/icon_c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3159" y="2416759"/>
            <a:ext cx="241402" cy="241402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458200" y="226771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8458200" y="25603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certificate for resume &amp; LinkedIn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772400" y="3273552"/>
            <a:ext cx="502920" cy="502920"/>
          </a:xfrm>
          <a:prstGeom prst="ellipse">
            <a:avLst/>
          </a:prstGeom>
          <a:solidFill>
            <a:srgbClr val="5C8515"/>
          </a:solidFill>
          <a:ln/>
        </p:spPr>
      </p:sp>
      <p:pic>
        <p:nvPicPr>
          <p:cNvPr id="23" name="Image 1" descr="/home/claude/report/icon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159" y="3404311"/>
            <a:ext cx="241402" cy="24140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458200" y="3255264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Snippet</a:t>
            </a:r>
            <a:endParaRPr lang="en-US" sz="1350" dirty="0"/>
          </a:p>
        </p:txBody>
      </p:sp>
      <p:sp>
        <p:nvSpPr>
          <p:cNvPr id="25" name="Text 21"/>
          <p:cNvSpPr txBox="1"/>
          <p:nvPr/>
        </p:nvSpPr>
        <p:spPr>
          <a:xfrm>
            <a:off x="8458200" y="354787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 summary of skills demonstrated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7772400" y="4261104"/>
            <a:ext cx="502920" cy="502920"/>
          </a:xfrm>
          <a:prstGeom prst="ellipse">
            <a:avLst/>
          </a:prstGeom>
          <a:solidFill>
            <a:srgbClr val="5C8515"/>
          </a:solidFill>
          <a:ln/>
        </p:spPr>
      </p:sp>
      <p:pic>
        <p:nvPicPr>
          <p:cNvPr id="27" name="Image 2" descr="/home/claude/report/icon_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159" y="4391863"/>
            <a:ext cx="241402" cy="241402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458200" y="4242816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Tips</a:t>
            </a:r>
            <a:endParaRPr lang="en-US" sz="1350" dirty="0"/>
          </a:p>
        </p:txBody>
      </p:sp>
      <p:sp>
        <p:nvSpPr>
          <p:cNvPr id="29" name="Text 24"/>
          <p:cNvSpPr txBox="1"/>
          <p:nvPr/>
        </p:nvSpPr>
        <p:spPr>
          <a:xfrm>
            <a:off x="8458200" y="4535424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to speak confidently about it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7772400" y="5248656"/>
            <a:ext cx="502920" cy="502920"/>
          </a:xfrm>
          <a:prstGeom prst="ellipse">
            <a:avLst/>
          </a:prstGeom>
          <a:solidFill>
            <a:srgbClr val="5C8515"/>
          </a:solidFill>
          <a:ln/>
        </p:spPr>
      </p:sp>
      <p:pic>
        <p:nvPicPr>
          <p:cNvPr id="31" name="Image 3" descr="/home/claude/report/icon_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3159" y="5379415"/>
            <a:ext cx="241402" cy="241402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8458200" y="523036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50" dirty="0"/>
          </a:p>
        </p:txBody>
      </p:sp>
      <p:sp>
        <p:nvSpPr>
          <p:cNvPr id="33" name="Text 27"/>
          <p:cNvSpPr txBox="1"/>
          <p:nvPr/>
        </p:nvSpPr>
        <p:spPr>
          <a:xfrm>
            <a:off x="8458200" y="552297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analysis, modelling, visualisation, spreadsheets</a:t>
            </a:r>
            <a:endParaRPr lang="en-US" sz="1050" dirty="0"/>
          </a:p>
        </p:txBody>
      </p:sp>
      <p:sp>
        <p:nvSpPr>
          <p:cNvPr id="34" name="Text 28"/>
          <p:cNvSpPr txBox="1"/>
          <p:nvPr/>
        </p:nvSpPr>
        <p:spPr>
          <a:xfrm>
            <a:off x="548640" y="434340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guided tasks formed the core of the simulation: Data Analysis using Tableau, and Forensic Technology using Excel.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Australia – Data Analytics Job Simulation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5C8515"/>
          </a:solidFill>
          <a:ln/>
        </p:spPr>
      </p:sp>
      <p:pic>
        <p:nvPicPr>
          <p:cNvPr id="5" name="Image 0" descr="/home/claude/report/icon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 — Data Analysis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8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Tableau dashboard from IoT telemetry data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DDDDD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05740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Daikibo Robotics needed a way to explore telemetry from IoT sensors across its factories. The goal: learn Tableau, and build a dashboard that surfaces where equipment health issues are concentrated.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291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65760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160,000+ device telemetry records</a:t>
            </a:r>
            <a:endParaRPr lang="en-US" sz="1300" dirty="0"/>
          </a:p>
          <a:p>
            <a:pPr marL="177800" indent="-1778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factories: Berlin, Meiyo, Sendai, Shenzhen</a:t>
            </a:r>
            <a:endParaRPr lang="en-US" sz="1300" dirty="0"/>
          </a:p>
          <a:p>
            <a:pPr marL="177800" indent="-1778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device types — CNC, laser cutters, presses, etc.</a:t>
            </a:r>
            <a:endParaRPr lang="en-US" sz="1300" dirty="0"/>
          </a:p>
          <a:p>
            <a:pPr marL="177800" indent="-1778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status, temperature, location, timestamp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26480" y="1691640"/>
            <a:ext cx="548640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14" name="Image 1" descr="/home/claude/report/tableau_screensh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20240"/>
            <a:ext cx="5029200" cy="2596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355080" y="47091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Two-part dashboard: “unhealthy” device counts by factory, and by device type — Shenzhen and Sendai stood out, with laser cutters flagged most often.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Australia – Data Analytics Job Simulation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5C8515"/>
          </a:solidFill>
          <a:ln/>
        </p:spPr>
      </p:sp>
      <p:pic>
        <p:nvPicPr>
          <p:cNvPr id="5" name="Image 0" descr="/home/claude/report/icon_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 — Forensic Technology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8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Investigating unfair pay with Excel classification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DDDDD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691640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forensic technology team needed help drawing conclusions from payroll data at Daikibo Factory Meiyo. Each job role carried a calculated “equality score” — my task was to add a column classifying every role into an equality class.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1B1B1B"/>
          </a:solidFill>
          <a:ln/>
        </p:spPr>
      </p:sp>
      <p:pic>
        <p:nvPicPr>
          <p:cNvPr id="11" name="Image 1" descr="/home/claude/report/icon_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35478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43000" y="34564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spreadsheet to conclusion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3840480"/>
            <a:ext cx="4800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with strongly negative scores at senior levels (C-Level, VP, Director) were classified “Highly Discriminative” or “Unfair”; roles near a neutral score were classified “Fair” — turning raw numbers into a client-ready finding.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309360" y="1691640"/>
            <a:ext cx="530352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658368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— Equality Classification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583680" y="2331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Role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8321040" y="2331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923544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6583680" y="2697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C-Level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8321040" y="2697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923544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Discriminative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583680" y="3063240"/>
            <a:ext cx="4754880" cy="365760"/>
          </a:xfrm>
          <a:prstGeom prst="rect">
            <a:avLst/>
          </a:prstGeom>
          <a:solidFill>
            <a:srgbClr val="F4F4F1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583680" y="3063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8321040" y="3063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-26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9235440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Discriminative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6583680" y="3429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8321040" y="3429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-19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923544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583680" y="3794760"/>
            <a:ext cx="4754880" cy="365760"/>
          </a:xfrm>
          <a:prstGeom prst="rect">
            <a:avLst/>
          </a:prstGeom>
          <a:solidFill>
            <a:srgbClr val="F4F4F1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583680" y="3794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Manager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8321040" y="3794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9235440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6583680" y="4160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8321040" y="4160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-14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923544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6583680" y="4526280"/>
            <a:ext cx="4754880" cy="365760"/>
          </a:xfrm>
          <a:prstGeom prst="rect">
            <a:avLst/>
          </a:prstGeom>
          <a:solidFill>
            <a:srgbClr val="F4F4F1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6583680" y="4526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Engineer</a:t>
            </a:r>
            <a:endParaRPr lang="en-US" sz="1100" dirty="0"/>
          </a:p>
        </p:txBody>
      </p:sp>
      <p:sp>
        <p:nvSpPr>
          <p:cNvPr id="38" name="Text 34"/>
          <p:cNvSpPr txBox="1"/>
          <p:nvPr/>
        </p:nvSpPr>
        <p:spPr>
          <a:xfrm>
            <a:off x="8321040" y="4526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</a:t>
            </a:r>
            <a:endParaRPr lang="en-US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9235440" y="4526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8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Australia – Data Analytics Job Simulation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5C8515"/>
          </a:solidFill>
          <a:ln/>
        </p:spPr>
      </p:sp>
      <p:pic>
        <p:nvPicPr>
          <p:cNvPr id="5" name="Image 0" descr="/home/claude/report/icon_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Reflections &amp; Learnings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1280160"/>
            <a:ext cx="11064240" cy="0"/>
          </a:xfrm>
          <a:prstGeom prst="line">
            <a:avLst/>
          </a:prstGeom>
          <a:noFill/>
          <a:ln w="12700">
            <a:solidFill>
              <a:srgbClr val="DDDDD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simulation gave me a hands-on introduction to how data analytics and forensic technology work in a real professional-services setting, rather than just reading about it.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2880360"/>
            <a:ext cx="594360" cy="594360"/>
          </a:xfrm>
          <a:prstGeom prst="ellipse">
            <a:avLst/>
          </a:prstGeom>
          <a:solidFill>
            <a:srgbClr val="5C8515"/>
          </a:solidFill>
          <a:ln/>
        </p:spPr>
      </p:sp>
      <p:pic>
        <p:nvPicPr>
          <p:cNvPr id="11" name="Image 1" descr="/home/claude/report/icon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494" y="30348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22960" y="36118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023360"/>
            <a:ext cx="2971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turn 160K+ raw records into a clear Tableau dashboard that shows where problems are concentrated.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297680" y="260604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0" y="2880360"/>
            <a:ext cx="594360" cy="594360"/>
          </a:xfrm>
          <a:prstGeom prst="ellipse">
            <a:avLst/>
          </a:prstGeom>
          <a:solidFill>
            <a:srgbClr val="5C8515"/>
          </a:solidFill>
          <a:ln/>
        </p:spPr>
      </p:sp>
      <p:pic>
        <p:nvPicPr>
          <p:cNvPr id="16" name="Image 2" descr="/home/claude/report/icon_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534" y="30348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572000" y="36118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&amp; Classification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4572000" y="4023360"/>
            <a:ext cx="2971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classification logic in Excel to convert numeric scores into defensible, client-ready conclusions.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046720" y="260604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321040" y="2880360"/>
            <a:ext cx="594360" cy="594360"/>
          </a:xfrm>
          <a:prstGeom prst="ellipse">
            <a:avLst/>
          </a:prstGeom>
          <a:solidFill>
            <a:srgbClr val="5C8515"/>
          </a:solidFill>
          <a:ln/>
        </p:spPr>
      </p:sp>
      <p:pic>
        <p:nvPicPr>
          <p:cNvPr id="21" name="Image 3" descr="/home/claude/report/icon_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5574" y="303489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321040" y="36118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Thinking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8321040" y="4023360"/>
            <a:ext cx="2971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Practised spotting anomalies and outliers in data — a skill that carries over well from cybersecurity coursework.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474720"/>
            <a:ext cx="5486400" cy="5486400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685800" cy="685800"/>
          </a:xfrm>
          <a:prstGeom prst="ellipse">
            <a:avLst/>
          </a:prstGeom>
          <a:solidFill>
            <a:srgbClr val="5C8515"/>
          </a:solidFill>
          <a:ln/>
        </p:spPr>
      </p:sp>
      <p:pic>
        <p:nvPicPr>
          <p:cNvPr id="4" name="Image 0" descr="/home/claude/report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1001268"/>
            <a:ext cx="329184" cy="3291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91640" y="868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691640"/>
            <a:ext cx="7589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Deloitte Australia Data Analytics Job Simulation was a short but effective way to experience the kind of work performed by forensic and analytics professionals — strengthening practical skills in data analysis, visualisation, and spreadsheet-based problem solving, and giving me a clearer picture of a career path in this field.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3657600"/>
            <a:ext cx="2743200" cy="0"/>
          </a:xfrm>
          <a:prstGeom prst="line">
            <a:avLst/>
          </a:prstGeom>
          <a:noFill/>
          <a:ln w="25400">
            <a:solidFill>
              <a:srgbClr val="86BC2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in: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251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B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   •   Forensic Technology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0" y="1737360"/>
            <a:ext cx="2926080" cy="3383280"/>
          </a:xfrm>
          <a:prstGeom prst="roundRect">
            <a:avLst>
              <a:gd name="adj" fmla="val 3125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91540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kumar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915400" y="251460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CS-2341531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Australia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Job Simulation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8521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2026-08-29T12:06:29Z</dcterms:created>
  <dcterms:modified xsi:type="dcterms:W3CDTF">2026-08-29T12:06:29Z</dcterms:modified>
</cp:coreProperties>
</file>